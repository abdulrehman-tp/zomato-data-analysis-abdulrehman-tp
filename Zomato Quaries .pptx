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9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8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1558475-C54D-4C29-8BCB-3D3165135F47}">
          <p14:sldIdLst>
            <p14:sldId id="256"/>
            <p14:sldId id="279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C17E6E-55CE-4681-81BD-A6D549751641}" v="4" dt="2026-07-29T08:19:45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NAWAZ KHAN" userId="fece3cb602db9a65" providerId="LiveId" clId="{FAD7786F-7D48-472B-AF4F-63B74398B427}"/>
    <pc:docChg chg="undo custSel addSld delSld modSld addSection delSection modSection">
      <pc:chgData name="SHAHNAWAZ KHAN" userId="fece3cb602db9a65" providerId="LiveId" clId="{FAD7786F-7D48-472B-AF4F-63B74398B427}" dt="2026-07-29T08:21:27.473" v="65" actId="14100"/>
      <pc:docMkLst>
        <pc:docMk/>
      </pc:docMkLst>
      <pc:sldChg chg="addSp delSp modSp add del mod chgLayout">
        <pc:chgData name="SHAHNAWAZ KHAN" userId="fece3cb602db9a65" providerId="LiveId" clId="{FAD7786F-7D48-472B-AF4F-63B74398B427}" dt="2026-07-29T08:19:31.647" v="50" actId="14100"/>
        <pc:sldMkLst>
          <pc:docMk/>
          <pc:sldMk cId="0" sldId="256"/>
        </pc:sldMkLst>
        <pc:spChg chg="del">
          <ac:chgData name="SHAHNAWAZ KHAN" userId="fece3cb602db9a65" providerId="LiveId" clId="{FAD7786F-7D48-472B-AF4F-63B74398B427}" dt="2026-07-29T08:10:02.437" v="6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SHAHNAWAZ KHAN" userId="fece3cb602db9a65" providerId="LiveId" clId="{FAD7786F-7D48-472B-AF4F-63B74398B427}" dt="2026-07-29T08:09:57.765" v="3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SHAHNAWAZ KHAN" userId="fece3cb602db9a65" providerId="LiveId" clId="{FAD7786F-7D48-472B-AF4F-63B74398B427}" dt="2026-07-29T08:09:53.158" v="2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SHAHNAWAZ KHAN" userId="fece3cb602db9a65" providerId="LiveId" clId="{FAD7786F-7D48-472B-AF4F-63B74398B427}" dt="2026-07-29T08:09:53.158" v="2" actId="478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SHAHNAWAZ KHAN" userId="fece3cb602db9a65" providerId="LiveId" clId="{FAD7786F-7D48-472B-AF4F-63B74398B427}" dt="2026-07-29T08:10:01.437" v="5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SHAHNAWAZ KHAN" userId="fece3cb602db9a65" providerId="LiveId" clId="{FAD7786F-7D48-472B-AF4F-63B74398B427}" dt="2026-07-29T08:09:53.158" v="2" actId="478"/>
          <ac:spMkLst>
            <pc:docMk/>
            <pc:sldMk cId="0" sldId="256"/>
            <ac:spMk id="10" creationId="{36E781C5-2041-CC64-4C68-59A7802A447A}"/>
          </ac:spMkLst>
        </pc:spChg>
        <pc:spChg chg="del">
          <ac:chgData name="SHAHNAWAZ KHAN" userId="fece3cb602db9a65" providerId="LiveId" clId="{FAD7786F-7D48-472B-AF4F-63B74398B427}" dt="2026-07-29T08:09:53.158" v="2" actId="478"/>
          <ac:spMkLst>
            <pc:docMk/>
            <pc:sldMk cId="0" sldId="256"/>
            <ac:spMk id="12" creationId="{E57B19F0-6E4B-27A1-8631-74EE64BA73BC}"/>
          </ac:spMkLst>
        </pc:spChg>
        <pc:spChg chg="del">
          <ac:chgData name="SHAHNAWAZ KHAN" userId="fece3cb602db9a65" providerId="LiveId" clId="{FAD7786F-7D48-472B-AF4F-63B74398B427}" dt="2026-07-29T08:09:53.158" v="2" actId="478"/>
          <ac:spMkLst>
            <pc:docMk/>
            <pc:sldMk cId="0" sldId="256"/>
            <ac:spMk id="14" creationId="{9ACB6431-C987-82F9-13AC-9B3834F7F534}"/>
          </ac:spMkLst>
        </pc:spChg>
        <pc:grpChg chg="mod">
          <ac:chgData name="SHAHNAWAZ KHAN" userId="fece3cb602db9a65" providerId="LiveId" clId="{FAD7786F-7D48-472B-AF4F-63B74398B427}" dt="2026-07-29T08:15:31.091" v="20"/>
          <ac:grpSpMkLst>
            <pc:docMk/>
            <pc:sldMk cId="0" sldId="256"/>
            <ac:grpSpMk id="21" creationId="{84B413E6-53F2-E0A3-E63C-B0538C38B2CD}"/>
          </ac:grpSpMkLst>
        </pc:grpChg>
        <pc:picChg chg="del">
          <ac:chgData name="SHAHNAWAZ KHAN" userId="fece3cb602db9a65" providerId="LiveId" clId="{FAD7786F-7D48-472B-AF4F-63B74398B427}" dt="2026-07-29T08:09:42.943" v="1" actId="478"/>
          <ac:picMkLst>
            <pc:docMk/>
            <pc:sldMk cId="0" sldId="256"/>
            <ac:picMk id="7" creationId="{DE6B58C8-A0F6-9CEE-7C2C-F567E87D6BC6}"/>
          </ac:picMkLst>
        </pc:picChg>
        <pc:picChg chg="add del mod">
          <ac:chgData name="SHAHNAWAZ KHAN" userId="fece3cb602db9a65" providerId="LiveId" clId="{FAD7786F-7D48-472B-AF4F-63B74398B427}" dt="2026-07-29T08:13:01.627" v="10" actId="478"/>
          <ac:picMkLst>
            <pc:docMk/>
            <pc:sldMk cId="0" sldId="256"/>
            <ac:picMk id="11" creationId="{30A56149-10D9-F91C-06AB-AABD446C77DE}"/>
          </ac:picMkLst>
        </pc:picChg>
        <pc:picChg chg="add mod">
          <ac:chgData name="SHAHNAWAZ KHAN" userId="fece3cb602db9a65" providerId="LiveId" clId="{FAD7786F-7D48-472B-AF4F-63B74398B427}" dt="2026-07-29T08:19:31.647" v="50" actId="14100"/>
          <ac:picMkLst>
            <pc:docMk/>
            <pc:sldMk cId="0" sldId="256"/>
            <ac:picMk id="15" creationId="{E8BD0E84-9370-3556-987F-67297058390E}"/>
          </ac:picMkLst>
        </pc:picChg>
        <pc:picChg chg="add del mod">
          <ac:chgData name="SHAHNAWAZ KHAN" userId="fece3cb602db9a65" providerId="LiveId" clId="{FAD7786F-7D48-472B-AF4F-63B74398B427}" dt="2026-07-29T08:15:05.222" v="15" actId="478"/>
          <ac:picMkLst>
            <pc:docMk/>
            <pc:sldMk cId="0" sldId="256"/>
            <ac:picMk id="18" creationId="{89354052-3399-3F95-34DE-20268E6785FC}"/>
          </ac:picMkLst>
        </pc:picChg>
        <pc:picChg chg="add mod modCrop">
          <ac:chgData name="SHAHNAWAZ KHAN" userId="fece3cb602db9a65" providerId="LiveId" clId="{FAD7786F-7D48-472B-AF4F-63B74398B427}" dt="2026-07-29T08:19:26.630" v="49" actId="1076"/>
          <ac:picMkLst>
            <pc:docMk/>
            <pc:sldMk cId="0" sldId="256"/>
            <ac:picMk id="24" creationId="{FC741E96-C71B-0698-27F5-E4B3A96E056E}"/>
          </ac:picMkLst>
        </pc:picChg>
        <pc:inkChg chg="add del">
          <ac:chgData name="SHAHNAWAZ KHAN" userId="fece3cb602db9a65" providerId="LiveId" clId="{FAD7786F-7D48-472B-AF4F-63B74398B427}" dt="2026-07-29T08:13:34.324" v="13" actId="9405"/>
          <ac:inkMkLst>
            <pc:docMk/>
            <pc:sldMk cId="0" sldId="256"/>
            <ac:inkMk id="16" creationId="{67EA855B-FBF8-5AC2-95E2-0F9772D422B0}"/>
          </ac:inkMkLst>
        </pc:inkChg>
        <pc:inkChg chg="add del mod">
          <ac:chgData name="SHAHNAWAZ KHAN" userId="fece3cb602db9a65" providerId="LiveId" clId="{FAD7786F-7D48-472B-AF4F-63B74398B427}" dt="2026-07-29T08:16:04.419" v="24" actId="9405"/>
          <ac:inkMkLst>
            <pc:docMk/>
            <pc:sldMk cId="0" sldId="256"/>
            <ac:inkMk id="19" creationId="{62A03EB5-82D9-A7F3-3CDC-DC62211E3462}"/>
          </ac:inkMkLst>
        </pc:inkChg>
        <pc:inkChg chg="add del mod">
          <ac:chgData name="SHAHNAWAZ KHAN" userId="fece3cb602db9a65" providerId="LiveId" clId="{FAD7786F-7D48-472B-AF4F-63B74398B427}" dt="2026-07-29T08:15:31.091" v="20"/>
          <ac:inkMkLst>
            <pc:docMk/>
            <pc:sldMk cId="0" sldId="256"/>
            <ac:inkMk id="20" creationId="{5A545068-3AD3-8169-3DEA-A6509D98AF34}"/>
          </ac:inkMkLst>
        </pc:inkChg>
        <pc:inkChg chg="add del">
          <ac:chgData name="SHAHNAWAZ KHAN" userId="fece3cb602db9a65" providerId="LiveId" clId="{FAD7786F-7D48-472B-AF4F-63B74398B427}" dt="2026-07-29T08:15:39.312" v="22" actId="9405"/>
          <ac:inkMkLst>
            <pc:docMk/>
            <pc:sldMk cId="0" sldId="256"/>
            <ac:inkMk id="22" creationId="{85D5BF5B-9404-9D1B-041F-270052F57DD9}"/>
          </ac:inkMkLst>
        </pc:inkChg>
      </pc:sldChg>
      <pc:sldChg chg="add del">
        <pc:chgData name="SHAHNAWAZ KHAN" userId="fece3cb602db9a65" providerId="LiveId" clId="{FAD7786F-7D48-472B-AF4F-63B74398B427}" dt="2026-07-29T08:12:59.400" v="9" actId="47"/>
        <pc:sldMkLst>
          <pc:docMk/>
          <pc:sldMk cId="1154999565" sldId="269"/>
        </pc:sldMkLst>
      </pc:sldChg>
      <pc:sldChg chg="add del">
        <pc:chgData name="SHAHNAWAZ KHAN" userId="fece3cb602db9a65" providerId="LiveId" clId="{FAD7786F-7D48-472B-AF4F-63B74398B427}" dt="2026-07-29T08:12:59.400" v="9" actId="47"/>
        <pc:sldMkLst>
          <pc:docMk/>
          <pc:sldMk cId="1406505851" sldId="270"/>
        </pc:sldMkLst>
      </pc:sldChg>
      <pc:sldChg chg="add del">
        <pc:chgData name="SHAHNAWAZ KHAN" userId="fece3cb602db9a65" providerId="LiveId" clId="{FAD7786F-7D48-472B-AF4F-63B74398B427}" dt="2026-07-29T08:12:59.400" v="9" actId="47"/>
        <pc:sldMkLst>
          <pc:docMk/>
          <pc:sldMk cId="3986577116" sldId="271"/>
        </pc:sldMkLst>
      </pc:sldChg>
      <pc:sldChg chg="add del">
        <pc:chgData name="SHAHNAWAZ KHAN" userId="fece3cb602db9a65" providerId="LiveId" clId="{FAD7786F-7D48-472B-AF4F-63B74398B427}" dt="2026-07-29T08:12:59.400" v="9" actId="47"/>
        <pc:sldMkLst>
          <pc:docMk/>
          <pc:sldMk cId="2110690576" sldId="272"/>
        </pc:sldMkLst>
      </pc:sldChg>
      <pc:sldChg chg="add del">
        <pc:chgData name="SHAHNAWAZ KHAN" userId="fece3cb602db9a65" providerId="LiveId" clId="{FAD7786F-7D48-472B-AF4F-63B74398B427}" dt="2026-07-29T08:12:59.400" v="9" actId="47"/>
        <pc:sldMkLst>
          <pc:docMk/>
          <pc:sldMk cId="1440887416" sldId="273"/>
        </pc:sldMkLst>
      </pc:sldChg>
      <pc:sldChg chg="add del">
        <pc:chgData name="SHAHNAWAZ KHAN" userId="fece3cb602db9a65" providerId="LiveId" clId="{FAD7786F-7D48-472B-AF4F-63B74398B427}" dt="2026-07-29T08:12:59.400" v="9" actId="47"/>
        <pc:sldMkLst>
          <pc:docMk/>
          <pc:sldMk cId="985137666" sldId="274"/>
        </pc:sldMkLst>
      </pc:sldChg>
      <pc:sldChg chg="add del">
        <pc:chgData name="SHAHNAWAZ KHAN" userId="fece3cb602db9a65" providerId="LiveId" clId="{FAD7786F-7D48-472B-AF4F-63B74398B427}" dt="2026-07-29T08:12:59.400" v="9" actId="47"/>
        <pc:sldMkLst>
          <pc:docMk/>
          <pc:sldMk cId="2691917522" sldId="275"/>
        </pc:sldMkLst>
      </pc:sldChg>
      <pc:sldChg chg="add del">
        <pc:chgData name="SHAHNAWAZ KHAN" userId="fece3cb602db9a65" providerId="LiveId" clId="{FAD7786F-7D48-472B-AF4F-63B74398B427}" dt="2026-07-29T08:12:59.400" v="9" actId="47"/>
        <pc:sldMkLst>
          <pc:docMk/>
          <pc:sldMk cId="1453182574" sldId="276"/>
        </pc:sldMkLst>
      </pc:sldChg>
      <pc:sldChg chg="add del">
        <pc:chgData name="SHAHNAWAZ KHAN" userId="fece3cb602db9a65" providerId="LiveId" clId="{FAD7786F-7D48-472B-AF4F-63B74398B427}" dt="2026-07-29T08:12:59.400" v="9" actId="47"/>
        <pc:sldMkLst>
          <pc:docMk/>
          <pc:sldMk cId="178367970" sldId="277"/>
        </pc:sldMkLst>
      </pc:sldChg>
      <pc:sldChg chg="add del">
        <pc:chgData name="SHAHNAWAZ KHAN" userId="fece3cb602db9a65" providerId="LiveId" clId="{FAD7786F-7D48-472B-AF4F-63B74398B427}" dt="2026-07-29T08:12:59.400" v="9" actId="47"/>
        <pc:sldMkLst>
          <pc:docMk/>
          <pc:sldMk cId="25126037" sldId="278"/>
        </pc:sldMkLst>
      </pc:sldChg>
      <pc:sldChg chg="add del">
        <pc:chgData name="SHAHNAWAZ KHAN" userId="fece3cb602db9a65" providerId="LiveId" clId="{FAD7786F-7D48-472B-AF4F-63B74398B427}" dt="2026-07-29T08:12:59.400" v="9" actId="47"/>
        <pc:sldMkLst>
          <pc:docMk/>
          <pc:sldMk cId="1671224125" sldId="279"/>
        </pc:sldMkLst>
      </pc:sldChg>
      <pc:sldChg chg="add del">
        <pc:chgData name="SHAHNAWAZ KHAN" userId="fece3cb602db9a65" providerId="LiveId" clId="{FAD7786F-7D48-472B-AF4F-63B74398B427}" dt="2026-07-29T08:19:58.199" v="52" actId="47"/>
        <pc:sldMkLst>
          <pc:docMk/>
          <pc:sldMk cId="55432590" sldId="280"/>
        </pc:sldMkLst>
      </pc:sldChg>
      <pc:sldChg chg="addSp delSp modSp new mod">
        <pc:chgData name="SHAHNAWAZ KHAN" userId="fece3cb602db9a65" providerId="LiveId" clId="{FAD7786F-7D48-472B-AF4F-63B74398B427}" dt="2026-07-29T08:21:27.473" v="65" actId="14100"/>
        <pc:sldMkLst>
          <pc:docMk/>
          <pc:sldMk cId="2138848528" sldId="280"/>
        </pc:sldMkLst>
        <pc:picChg chg="add del mod">
          <ac:chgData name="SHAHNAWAZ KHAN" userId="fece3cb602db9a65" providerId="LiveId" clId="{FAD7786F-7D48-472B-AF4F-63B74398B427}" dt="2026-07-29T08:21:06.001" v="60" actId="478"/>
          <ac:picMkLst>
            <pc:docMk/>
            <pc:sldMk cId="2138848528" sldId="280"/>
            <ac:picMk id="3" creationId="{857F6187-1DF6-6817-7583-334E96A845E2}"/>
          </ac:picMkLst>
        </pc:picChg>
        <pc:picChg chg="add mod">
          <ac:chgData name="SHAHNAWAZ KHAN" userId="fece3cb602db9a65" providerId="LiveId" clId="{FAD7786F-7D48-472B-AF4F-63B74398B427}" dt="2026-07-29T08:21:27.473" v="65" actId="14100"/>
          <ac:picMkLst>
            <pc:docMk/>
            <pc:sldMk cId="2138848528" sldId="280"/>
            <ac:picMk id="5" creationId="{C36A78A6-6B86-7E29-9333-C1B5AB7C405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CB7B18-72F0-428F-B442-7BECEB7C7ADA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B0BAC9-9816-40BA-9949-74848524A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935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BD0E84-9370-3556-987F-672970583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323" y="-127819"/>
            <a:ext cx="12388646" cy="706939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C741E96-C71B-0698-27F5-E4B3A96E05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099" t="15125" r="35884" b="64535"/>
          <a:stretch>
            <a:fillRect/>
          </a:stretch>
        </p:blipFill>
        <p:spPr>
          <a:xfrm>
            <a:off x="8337602" y="5540479"/>
            <a:ext cx="3903407" cy="13175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5DAE2-70A1-D1BB-A7D5-D9897990E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5594B7-3F4F-813F-9C46-819DBEAB834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2841EA-BCC8-52E6-95D2-F7202772132B}"/>
              </a:ext>
            </a:extLst>
          </p:cNvPr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8891C5-B772-6865-F62A-6A25FA41D137}"/>
              </a:ext>
            </a:extLst>
          </p:cNvPr>
          <p:cNvSpPr txBox="1"/>
          <p:nvPr/>
        </p:nvSpPr>
        <p:spPr>
          <a:xfrm>
            <a:off x="543574" y="69551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ptos"/>
              </a:rPr>
              <a:t>ZOMATO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35BDDB-E268-FD3F-FF7D-AD6E694CDC38}"/>
              </a:ext>
            </a:extLst>
          </p:cNvPr>
          <p:cNvSpPr txBox="1"/>
          <p:nvPr/>
        </p:nvSpPr>
        <p:spPr>
          <a:xfrm>
            <a:off x="506116" y="870646"/>
            <a:ext cx="22923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Restaurant &amp; Order &amp; Customer</a:t>
            </a:r>
          </a:p>
          <a:p>
            <a:r>
              <a:rPr lang="en-IN" b="1" dirty="0">
                <a:solidFill>
                  <a:schemeClr val="bg1"/>
                </a:solidFill>
                <a:latin typeface="Aptos"/>
              </a:rPr>
              <a:t> Data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45CAA8-075E-4FCA-730D-C32C24EC611F}"/>
              </a:ext>
            </a:extLst>
          </p:cNvPr>
          <p:cNvSpPr/>
          <p:nvPr/>
        </p:nvSpPr>
        <p:spPr>
          <a:xfrm>
            <a:off x="2926080" y="366731"/>
            <a:ext cx="9265920" cy="73152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3F2EF1-A5CD-CB96-8E43-D6104119889B}"/>
              </a:ext>
            </a:extLst>
          </p:cNvPr>
          <p:cNvSpPr txBox="1"/>
          <p:nvPr/>
        </p:nvSpPr>
        <p:spPr>
          <a:xfrm>
            <a:off x="3018503" y="-9832"/>
            <a:ext cx="9173497" cy="33855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600" b="0" dirty="0">
                <a:latin typeface="Aptos"/>
              </a:rPr>
              <a:t>Data Cleaning | EDA | SQL Insights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7ECE8A-6D87-0FBE-DD35-0229E44E4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1" y="449714"/>
            <a:ext cx="8668022" cy="48848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1F53D49-261B-FDC5-F1B5-758B04CB9144}"/>
              </a:ext>
            </a:extLst>
          </p:cNvPr>
          <p:cNvSpPr/>
          <p:nvPr/>
        </p:nvSpPr>
        <p:spPr>
          <a:xfrm>
            <a:off x="88490" y="68700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0CCBD4-952C-9ECC-21D4-F1F3176BA1CC}"/>
              </a:ext>
            </a:extLst>
          </p:cNvPr>
          <p:cNvSpPr txBox="1"/>
          <p:nvPr/>
        </p:nvSpPr>
        <p:spPr>
          <a:xfrm>
            <a:off x="249646" y="1968370"/>
            <a:ext cx="261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SQL Analysis Quary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938AF8-4173-4051-3D5E-12B092E6E9F4}"/>
              </a:ext>
            </a:extLst>
          </p:cNvPr>
          <p:cNvSpPr/>
          <p:nvPr/>
        </p:nvSpPr>
        <p:spPr>
          <a:xfrm>
            <a:off x="108031" y="188526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71224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2EE2D-B537-BFF0-7130-5E21C008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A14AA2-FD91-8C91-DCB3-53F44A474C4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815D31-58E1-A221-4DA9-E8B19973B9E8}"/>
              </a:ext>
            </a:extLst>
          </p:cNvPr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8404BA-58A0-C4AB-610F-9C8869F59757}"/>
              </a:ext>
            </a:extLst>
          </p:cNvPr>
          <p:cNvSpPr txBox="1"/>
          <p:nvPr/>
        </p:nvSpPr>
        <p:spPr>
          <a:xfrm>
            <a:off x="543574" y="69551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ptos"/>
              </a:rPr>
              <a:t>ZOMATO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CC4D8-FCC0-62FE-708B-BFBB9A200286}"/>
              </a:ext>
            </a:extLst>
          </p:cNvPr>
          <p:cNvSpPr txBox="1"/>
          <p:nvPr/>
        </p:nvSpPr>
        <p:spPr>
          <a:xfrm>
            <a:off x="506116" y="870646"/>
            <a:ext cx="22923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Restaurant &amp; Order &amp; Customer</a:t>
            </a:r>
          </a:p>
          <a:p>
            <a:r>
              <a:rPr lang="en-IN" b="1" dirty="0">
                <a:solidFill>
                  <a:schemeClr val="bg1"/>
                </a:solidFill>
                <a:latin typeface="Aptos"/>
              </a:rPr>
              <a:t> Data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489CD2-B949-1ED1-827F-77BDFA668D7F}"/>
              </a:ext>
            </a:extLst>
          </p:cNvPr>
          <p:cNvSpPr/>
          <p:nvPr/>
        </p:nvSpPr>
        <p:spPr>
          <a:xfrm>
            <a:off x="2926080" y="366731"/>
            <a:ext cx="9265920" cy="73152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8002D3-B884-AD18-DA82-AF9257E2BB84}"/>
              </a:ext>
            </a:extLst>
          </p:cNvPr>
          <p:cNvSpPr txBox="1"/>
          <p:nvPr/>
        </p:nvSpPr>
        <p:spPr>
          <a:xfrm>
            <a:off x="3018503" y="-9832"/>
            <a:ext cx="9173497" cy="33855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600" b="0" dirty="0">
                <a:latin typeface="Aptos"/>
              </a:rPr>
              <a:t>Data Cleaning | EDA | SQL Insights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EC9862-C76D-B533-BAF6-B8772A093C09}"/>
              </a:ext>
            </a:extLst>
          </p:cNvPr>
          <p:cNvSpPr/>
          <p:nvPr/>
        </p:nvSpPr>
        <p:spPr>
          <a:xfrm>
            <a:off x="88490" y="68700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5FD343-4DA0-86A5-05A4-A56CD18121DA}"/>
              </a:ext>
            </a:extLst>
          </p:cNvPr>
          <p:cNvSpPr txBox="1"/>
          <p:nvPr/>
        </p:nvSpPr>
        <p:spPr>
          <a:xfrm>
            <a:off x="249646" y="1968370"/>
            <a:ext cx="261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SQL Analysis Quary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C9141C-29DB-88C2-FF89-7DE6E75CAFF2}"/>
              </a:ext>
            </a:extLst>
          </p:cNvPr>
          <p:cNvSpPr/>
          <p:nvPr/>
        </p:nvSpPr>
        <p:spPr>
          <a:xfrm>
            <a:off x="108031" y="188526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84605B-ED8C-B949-B526-EB07AE19A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449715"/>
            <a:ext cx="7987726" cy="566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99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D21E4-69EA-2B01-51FA-1C74EE64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02CC5F-EC51-D92E-B2ED-38317095080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1DB9C7-E368-0D36-7E56-9F468BD5F195}"/>
              </a:ext>
            </a:extLst>
          </p:cNvPr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B78BCF-A960-84D3-3FC5-C762A116F347}"/>
              </a:ext>
            </a:extLst>
          </p:cNvPr>
          <p:cNvSpPr txBox="1"/>
          <p:nvPr/>
        </p:nvSpPr>
        <p:spPr>
          <a:xfrm>
            <a:off x="543574" y="69551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ptos"/>
              </a:rPr>
              <a:t>ZOMATO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05669D-FB30-BC5F-8A60-C60EAEC85278}"/>
              </a:ext>
            </a:extLst>
          </p:cNvPr>
          <p:cNvSpPr txBox="1"/>
          <p:nvPr/>
        </p:nvSpPr>
        <p:spPr>
          <a:xfrm>
            <a:off x="506116" y="870646"/>
            <a:ext cx="22923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Restaurant &amp; Order &amp; Customer</a:t>
            </a:r>
          </a:p>
          <a:p>
            <a:r>
              <a:rPr lang="en-IN" b="1" dirty="0">
                <a:solidFill>
                  <a:schemeClr val="bg1"/>
                </a:solidFill>
                <a:latin typeface="Aptos"/>
              </a:rPr>
              <a:t> Data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02FB9-1489-912A-4AFA-911A640F0A2A}"/>
              </a:ext>
            </a:extLst>
          </p:cNvPr>
          <p:cNvSpPr/>
          <p:nvPr/>
        </p:nvSpPr>
        <p:spPr>
          <a:xfrm>
            <a:off x="2926080" y="366731"/>
            <a:ext cx="9265920" cy="73152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5656AA-538D-10FB-05AB-DB49784DDF95}"/>
              </a:ext>
            </a:extLst>
          </p:cNvPr>
          <p:cNvSpPr txBox="1"/>
          <p:nvPr/>
        </p:nvSpPr>
        <p:spPr>
          <a:xfrm>
            <a:off x="3018503" y="-9832"/>
            <a:ext cx="9173497" cy="33855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600" b="0" dirty="0">
                <a:latin typeface="Aptos"/>
              </a:rPr>
              <a:t>Data Cleaning | EDA | SQL Insights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159B1E-03BB-2AD3-506C-3B6A119D2FD8}"/>
              </a:ext>
            </a:extLst>
          </p:cNvPr>
          <p:cNvSpPr/>
          <p:nvPr/>
        </p:nvSpPr>
        <p:spPr>
          <a:xfrm>
            <a:off x="88490" y="68700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E30BB1-5510-A54F-2132-47794D5D431C}"/>
              </a:ext>
            </a:extLst>
          </p:cNvPr>
          <p:cNvSpPr txBox="1"/>
          <p:nvPr/>
        </p:nvSpPr>
        <p:spPr>
          <a:xfrm>
            <a:off x="249646" y="1968370"/>
            <a:ext cx="261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SQL Analysis Quary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020B17-6558-3613-2D7B-BCEC009456CB}"/>
              </a:ext>
            </a:extLst>
          </p:cNvPr>
          <p:cNvSpPr/>
          <p:nvPr/>
        </p:nvSpPr>
        <p:spPr>
          <a:xfrm>
            <a:off x="108031" y="188526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9E83D6-8DEA-14D5-01C5-1076D519C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449715"/>
            <a:ext cx="8381017" cy="500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505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3AA5D-F821-C0CA-E7D4-D869199C7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E82A4E-E493-067F-0930-7BAEF2C0486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E58CDC-2DC3-551C-8DE6-1FB2E07D8E50}"/>
              </a:ext>
            </a:extLst>
          </p:cNvPr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0736F0-EBCB-2F64-8678-964E1D1E0494}"/>
              </a:ext>
            </a:extLst>
          </p:cNvPr>
          <p:cNvSpPr txBox="1"/>
          <p:nvPr/>
        </p:nvSpPr>
        <p:spPr>
          <a:xfrm>
            <a:off x="543574" y="69551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ptos"/>
              </a:rPr>
              <a:t>ZOMATO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4ECD0-BAC7-2957-8DF4-881B119AF1BC}"/>
              </a:ext>
            </a:extLst>
          </p:cNvPr>
          <p:cNvSpPr txBox="1"/>
          <p:nvPr/>
        </p:nvSpPr>
        <p:spPr>
          <a:xfrm>
            <a:off x="506116" y="870646"/>
            <a:ext cx="22923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Restaurant &amp; Order &amp; Customer</a:t>
            </a:r>
          </a:p>
          <a:p>
            <a:r>
              <a:rPr lang="en-IN" b="1" dirty="0">
                <a:solidFill>
                  <a:schemeClr val="bg1"/>
                </a:solidFill>
                <a:latin typeface="Aptos"/>
              </a:rPr>
              <a:t> Data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6B0CDE-1BAA-40CF-A355-AEB24629F67F}"/>
              </a:ext>
            </a:extLst>
          </p:cNvPr>
          <p:cNvSpPr/>
          <p:nvPr/>
        </p:nvSpPr>
        <p:spPr>
          <a:xfrm>
            <a:off x="2926080" y="366731"/>
            <a:ext cx="9265920" cy="73152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2E5B3D-B630-A661-9C4A-A59818B65B8F}"/>
              </a:ext>
            </a:extLst>
          </p:cNvPr>
          <p:cNvSpPr txBox="1"/>
          <p:nvPr/>
        </p:nvSpPr>
        <p:spPr>
          <a:xfrm>
            <a:off x="3018503" y="-9832"/>
            <a:ext cx="9173497" cy="33855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600" b="0" dirty="0">
                <a:latin typeface="Aptos"/>
              </a:rPr>
              <a:t>Data Cleaning | EDA | SQL Insights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415644-7CA0-2205-BB7D-785D1733887A}"/>
              </a:ext>
            </a:extLst>
          </p:cNvPr>
          <p:cNvSpPr/>
          <p:nvPr/>
        </p:nvSpPr>
        <p:spPr>
          <a:xfrm>
            <a:off x="88490" y="68700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43592A-3409-842D-1F57-5D1801C88818}"/>
              </a:ext>
            </a:extLst>
          </p:cNvPr>
          <p:cNvSpPr txBox="1"/>
          <p:nvPr/>
        </p:nvSpPr>
        <p:spPr>
          <a:xfrm>
            <a:off x="249646" y="1968370"/>
            <a:ext cx="261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SQL Analysis Quary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D5CD6C-5004-3D1B-017E-DA5E0E7D5F62}"/>
              </a:ext>
            </a:extLst>
          </p:cNvPr>
          <p:cNvSpPr/>
          <p:nvPr/>
        </p:nvSpPr>
        <p:spPr>
          <a:xfrm>
            <a:off x="108031" y="188526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277E88-AB9F-D24B-C4D0-16AD47E45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439882"/>
            <a:ext cx="7657986" cy="497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77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58F72-061B-EDBF-DEA7-E8F63A295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648719-3181-1267-AFE1-985371E6F2F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C0C62B-7354-BA90-53A1-88DE30C8D122}"/>
              </a:ext>
            </a:extLst>
          </p:cNvPr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76FA07-750F-D479-D76B-0156F6C16940}"/>
              </a:ext>
            </a:extLst>
          </p:cNvPr>
          <p:cNvSpPr txBox="1"/>
          <p:nvPr/>
        </p:nvSpPr>
        <p:spPr>
          <a:xfrm>
            <a:off x="543574" y="69551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ptos"/>
              </a:rPr>
              <a:t>ZOMATO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25AD75-1A62-D27A-652F-E6502762300E}"/>
              </a:ext>
            </a:extLst>
          </p:cNvPr>
          <p:cNvSpPr txBox="1"/>
          <p:nvPr/>
        </p:nvSpPr>
        <p:spPr>
          <a:xfrm>
            <a:off x="506116" y="870646"/>
            <a:ext cx="22923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Restaurant &amp; Order &amp; Customer</a:t>
            </a:r>
          </a:p>
          <a:p>
            <a:r>
              <a:rPr lang="en-IN" b="1" dirty="0">
                <a:solidFill>
                  <a:schemeClr val="bg1"/>
                </a:solidFill>
                <a:latin typeface="Aptos"/>
              </a:rPr>
              <a:t> Data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71F843-974E-C88B-7EB0-22EF0AA66736}"/>
              </a:ext>
            </a:extLst>
          </p:cNvPr>
          <p:cNvSpPr/>
          <p:nvPr/>
        </p:nvSpPr>
        <p:spPr>
          <a:xfrm>
            <a:off x="2926080" y="366731"/>
            <a:ext cx="9265920" cy="73152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0C5265-1B2C-1A05-735B-D655D4D508F6}"/>
              </a:ext>
            </a:extLst>
          </p:cNvPr>
          <p:cNvSpPr txBox="1"/>
          <p:nvPr/>
        </p:nvSpPr>
        <p:spPr>
          <a:xfrm>
            <a:off x="3018503" y="-9832"/>
            <a:ext cx="9173497" cy="33855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600" b="0" dirty="0">
                <a:latin typeface="Aptos"/>
              </a:rPr>
              <a:t>Data Cleaning | EDA | SQL Insights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0B575C-9638-9D48-B495-D0F0A6730E40}"/>
              </a:ext>
            </a:extLst>
          </p:cNvPr>
          <p:cNvSpPr/>
          <p:nvPr/>
        </p:nvSpPr>
        <p:spPr>
          <a:xfrm>
            <a:off x="88490" y="68700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4B94D7-B90C-66D2-F883-E2EF103A0407}"/>
              </a:ext>
            </a:extLst>
          </p:cNvPr>
          <p:cNvSpPr txBox="1"/>
          <p:nvPr/>
        </p:nvSpPr>
        <p:spPr>
          <a:xfrm>
            <a:off x="249646" y="1968370"/>
            <a:ext cx="261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SQL Analysis Quary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0DA43E-2ADD-55D1-6CA2-D71EA55655B5}"/>
              </a:ext>
            </a:extLst>
          </p:cNvPr>
          <p:cNvSpPr/>
          <p:nvPr/>
        </p:nvSpPr>
        <p:spPr>
          <a:xfrm>
            <a:off x="108031" y="188526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7A0829-2AE2-0033-89C6-DD0AF06C0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449715"/>
            <a:ext cx="9157987" cy="495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690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A46A7-B336-58F9-6851-6150C1D0B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C822AC-2854-58E3-5BAD-7573A944B73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7D9A5A-97E8-8458-8FE6-33F73386620F}"/>
              </a:ext>
            </a:extLst>
          </p:cNvPr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8FF449-ADE8-BEB6-482F-EB06F817F11B}"/>
              </a:ext>
            </a:extLst>
          </p:cNvPr>
          <p:cNvSpPr txBox="1"/>
          <p:nvPr/>
        </p:nvSpPr>
        <p:spPr>
          <a:xfrm>
            <a:off x="543574" y="69551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ptos"/>
              </a:rPr>
              <a:t>ZOMATO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70525F-A952-433D-3852-41A200567855}"/>
              </a:ext>
            </a:extLst>
          </p:cNvPr>
          <p:cNvSpPr txBox="1"/>
          <p:nvPr/>
        </p:nvSpPr>
        <p:spPr>
          <a:xfrm>
            <a:off x="506116" y="870646"/>
            <a:ext cx="22923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Restaurant &amp; Order &amp; Customer</a:t>
            </a:r>
          </a:p>
          <a:p>
            <a:r>
              <a:rPr lang="en-IN" b="1" dirty="0">
                <a:solidFill>
                  <a:schemeClr val="bg1"/>
                </a:solidFill>
                <a:latin typeface="Aptos"/>
              </a:rPr>
              <a:t> Data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0B7ACA-69BC-3DC5-E5F6-1833B25E159D}"/>
              </a:ext>
            </a:extLst>
          </p:cNvPr>
          <p:cNvSpPr/>
          <p:nvPr/>
        </p:nvSpPr>
        <p:spPr>
          <a:xfrm>
            <a:off x="2926080" y="366731"/>
            <a:ext cx="9265920" cy="73152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932D2B-509A-3B39-F9A4-D7F9B6563EE6}"/>
              </a:ext>
            </a:extLst>
          </p:cNvPr>
          <p:cNvSpPr txBox="1"/>
          <p:nvPr/>
        </p:nvSpPr>
        <p:spPr>
          <a:xfrm>
            <a:off x="3018503" y="-9832"/>
            <a:ext cx="9173497" cy="33855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600" b="0" dirty="0">
                <a:latin typeface="Aptos"/>
              </a:rPr>
              <a:t>Data Cleaning | EDA | SQL Insights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31A465-8E8E-4EB9-9AF8-85DFB8CCFB80}"/>
              </a:ext>
            </a:extLst>
          </p:cNvPr>
          <p:cNvSpPr/>
          <p:nvPr/>
        </p:nvSpPr>
        <p:spPr>
          <a:xfrm>
            <a:off x="88490" y="68700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E10115-094A-D5A2-5650-E014F483F2B6}"/>
              </a:ext>
            </a:extLst>
          </p:cNvPr>
          <p:cNvSpPr txBox="1"/>
          <p:nvPr/>
        </p:nvSpPr>
        <p:spPr>
          <a:xfrm>
            <a:off x="249646" y="1968370"/>
            <a:ext cx="261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SQL Analysis Quary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E1255D-C550-8099-9993-35769980743E}"/>
              </a:ext>
            </a:extLst>
          </p:cNvPr>
          <p:cNvSpPr/>
          <p:nvPr/>
        </p:nvSpPr>
        <p:spPr>
          <a:xfrm>
            <a:off x="108031" y="188526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7956F-39FB-3558-84E4-A3B0DCC3C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413139"/>
            <a:ext cx="8838845" cy="512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887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AEBB5-5254-A1C2-220F-7F237D8E2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6A0A0F-9E3E-88E3-C70D-1ACC29A022C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245F14-6D2F-878F-1BF5-6A7A7A558298}"/>
              </a:ext>
            </a:extLst>
          </p:cNvPr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C71F86-C6D1-EEBE-8728-D4E9C6B2DE56}"/>
              </a:ext>
            </a:extLst>
          </p:cNvPr>
          <p:cNvSpPr txBox="1"/>
          <p:nvPr/>
        </p:nvSpPr>
        <p:spPr>
          <a:xfrm>
            <a:off x="543574" y="69551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ptos"/>
              </a:rPr>
              <a:t>ZOMATO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72E7F7-673F-ECA7-C755-210714FCEA18}"/>
              </a:ext>
            </a:extLst>
          </p:cNvPr>
          <p:cNvSpPr txBox="1"/>
          <p:nvPr/>
        </p:nvSpPr>
        <p:spPr>
          <a:xfrm>
            <a:off x="506116" y="870646"/>
            <a:ext cx="22923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Restaurant &amp; Order &amp; Customer</a:t>
            </a:r>
          </a:p>
          <a:p>
            <a:r>
              <a:rPr lang="en-IN" b="1" dirty="0">
                <a:solidFill>
                  <a:schemeClr val="bg1"/>
                </a:solidFill>
                <a:latin typeface="Aptos"/>
              </a:rPr>
              <a:t> Data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E8B7A8-49C9-40F0-6A80-0C83CBF9913A}"/>
              </a:ext>
            </a:extLst>
          </p:cNvPr>
          <p:cNvSpPr/>
          <p:nvPr/>
        </p:nvSpPr>
        <p:spPr>
          <a:xfrm>
            <a:off x="2926080" y="366731"/>
            <a:ext cx="9265920" cy="73152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073AE2-FC38-BD11-8292-D25759B5563E}"/>
              </a:ext>
            </a:extLst>
          </p:cNvPr>
          <p:cNvSpPr txBox="1"/>
          <p:nvPr/>
        </p:nvSpPr>
        <p:spPr>
          <a:xfrm>
            <a:off x="3018503" y="-9832"/>
            <a:ext cx="9173497" cy="33855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600" b="0" dirty="0">
                <a:latin typeface="Aptos"/>
              </a:rPr>
              <a:t>Data Cleaning | EDA | SQL Insights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3B86BE-23B1-468F-FE2C-91D9E2980828}"/>
              </a:ext>
            </a:extLst>
          </p:cNvPr>
          <p:cNvSpPr/>
          <p:nvPr/>
        </p:nvSpPr>
        <p:spPr>
          <a:xfrm>
            <a:off x="88490" y="68700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83577C-A200-F67E-6E82-8B6FC16CB65E}"/>
              </a:ext>
            </a:extLst>
          </p:cNvPr>
          <p:cNvSpPr txBox="1"/>
          <p:nvPr/>
        </p:nvSpPr>
        <p:spPr>
          <a:xfrm>
            <a:off x="249646" y="1968370"/>
            <a:ext cx="261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SQL Analysis Quary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E76077-5827-CB62-7808-2E9DA6AD5641}"/>
              </a:ext>
            </a:extLst>
          </p:cNvPr>
          <p:cNvSpPr/>
          <p:nvPr/>
        </p:nvSpPr>
        <p:spPr>
          <a:xfrm>
            <a:off x="108031" y="188526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8E82E9-6C4E-0FF6-17F6-2A2890372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1" y="439882"/>
            <a:ext cx="9056376" cy="484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137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64DDE-5CB3-F16D-5139-ED8AD95BD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075CB-CC84-11AF-EEDB-2D86A6809F8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1755AF-F9BF-469F-A4E6-7F59BD3D85CC}"/>
              </a:ext>
            </a:extLst>
          </p:cNvPr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29A3E9-E258-D9CA-D826-8D325EF46BE8}"/>
              </a:ext>
            </a:extLst>
          </p:cNvPr>
          <p:cNvSpPr txBox="1"/>
          <p:nvPr/>
        </p:nvSpPr>
        <p:spPr>
          <a:xfrm>
            <a:off x="543574" y="69551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ptos"/>
              </a:rPr>
              <a:t>ZOMATO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001FF-4DDD-196F-419B-92312F6D944E}"/>
              </a:ext>
            </a:extLst>
          </p:cNvPr>
          <p:cNvSpPr txBox="1"/>
          <p:nvPr/>
        </p:nvSpPr>
        <p:spPr>
          <a:xfrm>
            <a:off x="506116" y="870646"/>
            <a:ext cx="22923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Restaurant &amp; Order &amp; Customer</a:t>
            </a:r>
          </a:p>
          <a:p>
            <a:r>
              <a:rPr lang="en-IN" b="1" dirty="0">
                <a:solidFill>
                  <a:schemeClr val="bg1"/>
                </a:solidFill>
                <a:latin typeface="Aptos"/>
              </a:rPr>
              <a:t> Data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882E24-5ED9-60FE-BED0-C5EED06625B8}"/>
              </a:ext>
            </a:extLst>
          </p:cNvPr>
          <p:cNvSpPr/>
          <p:nvPr/>
        </p:nvSpPr>
        <p:spPr>
          <a:xfrm>
            <a:off x="2926080" y="366731"/>
            <a:ext cx="9265920" cy="73152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4091DF-002D-969D-A551-79221FB39297}"/>
              </a:ext>
            </a:extLst>
          </p:cNvPr>
          <p:cNvSpPr txBox="1"/>
          <p:nvPr/>
        </p:nvSpPr>
        <p:spPr>
          <a:xfrm>
            <a:off x="3018503" y="-9832"/>
            <a:ext cx="9173497" cy="33855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600" b="0" dirty="0">
                <a:latin typeface="Aptos"/>
              </a:rPr>
              <a:t>Data Cleaning | EDA | SQL Insights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0278F0-9396-B563-4677-38AA4B3591F6}"/>
              </a:ext>
            </a:extLst>
          </p:cNvPr>
          <p:cNvSpPr/>
          <p:nvPr/>
        </p:nvSpPr>
        <p:spPr>
          <a:xfrm>
            <a:off x="88490" y="68700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B9ADEA-5E12-6488-5196-D9F1F645D346}"/>
              </a:ext>
            </a:extLst>
          </p:cNvPr>
          <p:cNvSpPr txBox="1"/>
          <p:nvPr/>
        </p:nvSpPr>
        <p:spPr>
          <a:xfrm>
            <a:off x="249646" y="1968370"/>
            <a:ext cx="261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SQL Analysis Quary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C57C17-B80C-5D37-4BC8-068FBF2E871C}"/>
              </a:ext>
            </a:extLst>
          </p:cNvPr>
          <p:cNvSpPr/>
          <p:nvPr/>
        </p:nvSpPr>
        <p:spPr>
          <a:xfrm>
            <a:off x="108031" y="188526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2801B7-0E61-6532-B8AB-979B51313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79" y="449715"/>
            <a:ext cx="9265921" cy="482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917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40252-8AFA-65C1-2ED3-9F595DCAF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662E9C-E950-D767-E20C-5FA67990422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A60396-0EDD-6382-1C1C-B95406DB4341}"/>
              </a:ext>
            </a:extLst>
          </p:cNvPr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D2DB7-8D30-26E6-CA09-DEC1541580CF}"/>
              </a:ext>
            </a:extLst>
          </p:cNvPr>
          <p:cNvSpPr txBox="1"/>
          <p:nvPr/>
        </p:nvSpPr>
        <p:spPr>
          <a:xfrm>
            <a:off x="543574" y="69551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ptos"/>
              </a:rPr>
              <a:t>ZOMATO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6F149-11E3-9007-BAEC-5BCC1BEC0DA4}"/>
              </a:ext>
            </a:extLst>
          </p:cNvPr>
          <p:cNvSpPr txBox="1"/>
          <p:nvPr/>
        </p:nvSpPr>
        <p:spPr>
          <a:xfrm>
            <a:off x="506116" y="870646"/>
            <a:ext cx="22923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Restaurant &amp; Order &amp; Customer</a:t>
            </a:r>
          </a:p>
          <a:p>
            <a:r>
              <a:rPr lang="en-IN" b="1" dirty="0">
                <a:solidFill>
                  <a:schemeClr val="bg1"/>
                </a:solidFill>
                <a:latin typeface="Aptos"/>
              </a:rPr>
              <a:t> Data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E5014-6D6E-59DA-ABA3-D474F107B540}"/>
              </a:ext>
            </a:extLst>
          </p:cNvPr>
          <p:cNvSpPr/>
          <p:nvPr/>
        </p:nvSpPr>
        <p:spPr>
          <a:xfrm>
            <a:off x="2926080" y="366731"/>
            <a:ext cx="9265920" cy="73152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0A0A0C-2EED-EE6A-8DCC-9AB1AE5C3DE0}"/>
              </a:ext>
            </a:extLst>
          </p:cNvPr>
          <p:cNvSpPr txBox="1"/>
          <p:nvPr/>
        </p:nvSpPr>
        <p:spPr>
          <a:xfrm>
            <a:off x="3018503" y="-9832"/>
            <a:ext cx="9173497" cy="33855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600" b="0" dirty="0">
                <a:latin typeface="Aptos"/>
              </a:rPr>
              <a:t>Data Cleaning | EDA | SQL Insights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01FBB9-0AA7-3EF3-409A-65D947FE2C65}"/>
              </a:ext>
            </a:extLst>
          </p:cNvPr>
          <p:cNvSpPr/>
          <p:nvPr/>
        </p:nvSpPr>
        <p:spPr>
          <a:xfrm>
            <a:off x="88490" y="68700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3EA953-43BC-7C7F-B56C-664DCC0BAF8E}"/>
              </a:ext>
            </a:extLst>
          </p:cNvPr>
          <p:cNvSpPr txBox="1"/>
          <p:nvPr/>
        </p:nvSpPr>
        <p:spPr>
          <a:xfrm>
            <a:off x="249646" y="1968370"/>
            <a:ext cx="261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SQL Analysis Quary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DC9795-FAEF-6E65-71AE-B4D7180FB609}"/>
              </a:ext>
            </a:extLst>
          </p:cNvPr>
          <p:cNvSpPr/>
          <p:nvPr/>
        </p:nvSpPr>
        <p:spPr>
          <a:xfrm>
            <a:off x="108031" y="188526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82D3C1-4FFE-E341-01F6-B2DE84EC1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439882"/>
            <a:ext cx="9265615" cy="434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182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3AB51-21E6-72F8-39DF-5FCEF01B5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A03F53-54DB-C9B7-5A2E-6DD35FC58A8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96923C-A594-0057-94F2-4C7AAABB3649}"/>
              </a:ext>
            </a:extLst>
          </p:cNvPr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9FDED-EA0D-DC7F-3759-A6C3EDDD4801}"/>
              </a:ext>
            </a:extLst>
          </p:cNvPr>
          <p:cNvSpPr txBox="1"/>
          <p:nvPr/>
        </p:nvSpPr>
        <p:spPr>
          <a:xfrm>
            <a:off x="543574" y="69551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ptos"/>
              </a:rPr>
              <a:t>ZOMATO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0AF015-8647-82DA-0305-A3078AD35856}"/>
              </a:ext>
            </a:extLst>
          </p:cNvPr>
          <p:cNvSpPr txBox="1"/>
          <p:nvPr/>
        </p:nvSpPr>
        <p:spPr>
          <a:xfrm>
            <a:off x="506116" y="870646"/>
            <a:ext cx="22923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Restaurant &amp; Order &amp; Customer</a:t>
            </a:r>
          </a:p>
          <a:p>
            <a:r>
              <a:rPr lang="en-IN" b="1" dirty="0">
                <a:solidFill>
                  <a:schemeClr val="bg1"/>
                </a:solidFill>
                <a:latin typeface="Aptos"/>
              </a:rPr>
              <a:t> Data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5E522E-C944-1219-80CB-DF0FB71B007D}"/>
              </a:ext>
            </a:extLst>
          </p:cNvPr>
          <p:cNvSpPr/>
          <p:nvPr/>
        </p:nvSpPr>
        <p:spPr>
          <a:xfrm>
            <a:off x="2926080" y="366731"/>
            <a:ext cx="9265920" cy="73152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5A1791-AAB7-30AC-54D5-29F83F62405F}"/>
              </a:ext>
            </a:extLst>
          </p:cNvPr>
          <p:cNvSpPr txBox="1"/>
          <p:nvPr/>
        </p:nvSpPr>
        <p:spPr>
          <a:xfrm>
            <a:off x="3018503" y="-9832"/>
            <a:ext cx="9173497" cy="33855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600" b="0" dirty="0">
                <a:latin typeface="Aptos"/>
              </a:rPr>
              <a:t>Data Cleaning | EDA | SQL Insights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14B24E-C5F4-C5BE-F729-2FC273FECFF3}"/>
              </a:ext>
            </a:extLst>
          </p:cNvPr>
          <p:cNvSpPr/>
          <p:nvPr/>
        </p:nvSpPr>
        <p:spPr>
          <a:xfrm>
            <a:off x="88490" y="68700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B19496-8589-AE6F-E9FE-21DC03DA41A3}"/>
              </a:ext>
            </a:extLst>
          </p:cNvPr>
          <p:cNvSpPr txBox="1"/>
          <p:nvPr/>
        </p:nvSpPr>
        <p:spPr>
          <a:xfrm>
            <a:off x="249646" y="1968370"/>
            <a:ext cx="261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SQL Analysis Quary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33B08D-CFC2-00C4-85B5-59266326E4CC}"/>
              </a:ext>
            </a:extLst>
          </p:cNvPr>
          <p:cNvSpPr/>
          <p:nvPr/>
        </p:nvSpPr>
        <p:spPr>
          <a:xfrm>
            <a:off x="108031" y="188526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5D378B-FE57-3114-862B-968F726D6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79" y="449714"/>
            <a:ext cx="9079107" cy="522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67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6EC4A-3AAA-B62C-0B17-C17C8ADD4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B67738-FE5B-B68D-B20D-CDB4E039ECC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D92154-2C86-C379-39E0-7A580B737BD6}"/>
              </a:ext>
            </a:extLst>
          </p:cNvPr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01B379-2F13-D1FD-4E8A-28173F15060A}"/>
              </a:ext>
            </a:extLst>
          </p:cNvPr>
          <p:cNvSpPr txBox="1"/>
          <p:nvPr/>
        </p:nvSpPr>
        <p:spPr>
          <a:xfrm>
            <a:off x="543574" y="69551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ptos"/>
              </a:rPr>
              <a:t>ZOMATO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30EBD7-680D-94DC-CFEF-44F1D503552F}"/>
              </a:ext>
            </a:extLst>
          </p:cNvPr>
          <p:cNvSpPr txBox="1"/>
          <p:nvPr/>
        </p:nvSpPr>
        <p:spPr>
          <a:xfrm>
            <a:off x="506116" y="870646"/>
            <a:ext cx="22923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Restaurant &amp; Order &amp; Customer</a:t>
            </a:r>
          </a:p>
          <a:p>
            <a:r>
              <a:rPr lang="en-IN" b="1" dirty="0">
                <a:solidFill>
                  <a:schemeClr val="bg1"/>
                </a:solidFill>
                <a:latin typeface="Aptos"/>
              </a:rPr>
              <a:t> Data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05DCD9-0417-FDE7-EC0F-62FBB37FC9A6}"/>
              </a:ext>
            </a:extLst>
          </p:cNvPr>
          <p:cNvSpPr/>
          <p:nvPr/>
        </p:nvSpPr>
        <p:spPr>
          <a:xfrm>
            <a:off x="2926080" y="366731"/>
            <a:ext cx="9265920" cy="73152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9598DC-5DFC-948B-1E7E-01B3960DCF49}"/>
              </a:ext>
            </a:extLst>
          </p:cNvPr>
          <p:cNvSpPr txBox="1"/>
          <p:nvPr/>
        </p:nvSpPr>
        <p:spPr>
          <a:xfrm>
            <a:off x="3018503" y="-9832"/>
            <a:ext cx="9173497" cy="33855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600" b="0" dirty="0">
                <a:latin typeface="Aptos"/>
              </a:rPr>
              <a:t>Data Cleaning | EDA | SQL Insights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E10A27-0450-7597-152C-F3D002D5E308}"/>
              </a:ext>
            </a:extLst>
          </p:cNvPr>
          <p:cNvSpPr/>
          <p:nvPr/>
        </p:nvSpPr>
        <p:spPr>
          <a:xfrm>
            <a:off x="88490" y="68700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C34F51-5C24-6E31-B9A2-C8AF9D9AD76D}"/>
              </a:ext>
            </a:extLst>
          </p:cNvPr>
          <p:cNvSpPr txBox="1"/>
          <p:nvPr/>
        </p:nvSpPr>
        <p:spPr>
          <a:xfrm>
            <a:off x="249646" y="1968370"/>
            <a:ext cx="261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/>
              </a:rPr>
              <a:t>SQL Analysis Quary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9C6BAA-FFFE-4B65-8229-C966CD88E253}"/>
              </a:ext>
            </a:extLst>
          </p:cNvPr>
          <p:cNvSpPr/>
          <p:nvPr/>
        </p:nvSpPr>
        <p:spPr>
          <a:xfrm>
            <a:off x="108031" y="1885265"/>
            <a:ext cx="2710018" cy="45719"/>
          </a:xfrm>
          <a:prstGeom prst="rect">
            <a:avLst/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6218B2-A059-D801-93EC-043459785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79" y="449714"/>
            <a:ext cx="8636655" cy="479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6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6A78A6-6B86-7E29-9333-C1B5AB7C4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48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209</Words>
  <Application>Microsoft Office PowerPoint</Application>
  <PresentationFormat>Widescreen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SHAHNAWAZ KHAN</cp:lastModifiedBy>
  <cp:revision>19</cp:revision>
  <dcterms:created xsi:type="dcterms:W3CDTF">2013-01-27T09:14:16Z</dcterms:created>
  <dcterms:modified xsi:type="dcterms:W3CDTF">2026-07-29T08:21:38Z</dcterms:modified>
  <cp:category/>
</cp:coreProperties>
</file>