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9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8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1558475-C54D-4C29-8BCB-3D3165135F47}">
          <p14:sldIdLst>
            <p14:sldId id="256"/>
            <p14:sldId id="279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3845"/>
    <a:srgbClr val="E6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C17E6E-55CE-4681-81BD-A6D549751641}" v="6" dt="2026-08-03T17:39:41.2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HNAWAZ KHAN" userId="fece3cb602db9a65" providerId="LiveId" clId="{FAD7786F-7D48-472B-AF4F-63B74398B427}"/>
    <pc:docChg chg="undo custSel addSld delSld modSld addSection delSection modSection">
      <pc:chgData name="SHAHNAWAZ KHAN" userId="fece3cb602db9a65" providerId="LiveId" clId="{FAD7786F-7D48-472B-AF4F-63B74398B427}" dt="2026-08-03T17:45:24.001" v="119" actId="553"/>
      <pc:docMkLst>
        <pc:docMk/>
      </pc:docMkLst>
      <pc:sldChg chg="addSp delSp modSp add del mod chgLayout">
        <pc:chgData name="SHAHNAWAZ KHAN" userId="fece3cb602db9a65" providerId="LiveId" clId="{FAD7786F-7D48-472B-AF4F-63B74398B427}" dt="2026-08-03T17:42:11.555" v="91" actId="207"/>
        <pc:sldMkLst>
          <pc:docMk/>
          <pc:sldMk cId="0" sldId="256"/>
        </pc:sldMkLst>
        <pc:picChg chg="add mod">
          <ac:chgData name="SHAHNAWAZ KHAN" userId="fece3cb602db9a65" providerId="LiveId" clId="{FAD7786F-7D48-472B-AF4F-63B74398B427}" dt="2026-08-03T17:42:11.555" v="91" actId="207"/>
          <ac:picMkLst>
            <pc:docMk/>
            <pc:sldMk cId="0" sldId="256"/>
            <ac:picMk id="15" creationId="{E8BD0E84-9370-3556-987F-67297058390E}"/>
          </ac:picMkLst>
        </pc:picChg>
        <pc:picChg chg="add mod modCrop">
          <ac:chgData name="SHAHNAWAZ KHAN" userId="fece3cb602db9a65" providerId="LiveId" clId="{FAD7786F-7D48-472B-AF4F-63B74398B427}" dt="2026-07-29T08:19:26.630" v="49" actId="1076"/>
          <ac:picMkLst>
            <pc:docMk/>
            <pc:sldMk cId="0" sldId="256"/>
            <ac:picMk id="24" creationId="{FC741E96-C71B-0698-27F5-E4B3A96E056E}"/>
          </ac:picMkLst>
        </pc:picChg>
        <pc:inkChg chg="add del">
          <ac:chgData name="SHAHNAWAZ KHAN" userId="fece3cb602db9a65" providerId="LiveId" clId="{FAD7786F-7D48-472B-AF4F-63B74398B427}" dt="2026-08-03T17:39:44.370" v="80" actId="9405"/>
          <ac:inkMkLst>
            <pc:docMk/>
            <pc:sldMk cId="0" sldId="256"/>
            <ac:inkMk id="3" creationId="{146226C6-C396-3DE7-A100-FDD6886AD494}"/>
          </ac:inkMkLst>
        </pc:inkChg>
        <pc:inkChg chg="add del">
          <ac:chgData name="SHAHNAWAZ KHAN" userId="fece3cb602db9a65" providerId="LiveId" clId="{FAD7786F-7D48-472B-AF4F-63B74398B427}" dt="2026-08-03T17:39:44.113" v="79" actId="9405"/>
          <ac:inkMkLst>
            <pc:docMk/>
            <pc:sldMk cId="0" sldId="256"/>
            <ac:inkMk id="4" creationId="{C1F92731-9633-5AA6-1ABF-129C8358205F}"/>
          </ac:inkMkLst>
        </pc:inkChg>
        <pc:inkChg chg="add del">
          <ac:chgData name="SHAHNAWAZ KHAN" userId="fece3cb602db9a65" providerId="LiveId" clId="{FAD7786F-7D48-472B-AF4F-63B74398B427}" dt="2026-08-03T17:41:13.790" v="85" actId="9405"/>
          <ac:inkMkLst>
            <pc:docMk/>
            <pc:sldMk cId="0" sldId="256"/>
            <ac:inkMk id="5" creationId="{64DD970C-C596-1872-E096-F602E29A2F74}"/>
          </ac:inkMkLst>
        </pc:inkChg>
      </pc:sldChg>
      <pc:sldChg chg="modSp add del mod">
        <pc:chgData name="SHAHNAWAZ KHAN" userId="fece3cb602db9a65" providerId="LiveId" clId="{FAD7786F-7D48-472B-AF4F-63B74398B427}" dt="2026-08-03T17:42:54.750" v="95" actId="207"/>
        <pc:sldMkLst>
          <pc:docMk/>
          <pc:sldMk cId="1154999565" sldId="269"/>
        </pc:sldMkLst>
        <pc:spChg chg="mod">
          <ac:chgData name="SHAHNAWAZ KHAN" userId="fece3cb602db9a65" providerId="LiveId" clId="{FAD7786F-7D48-472B-AF4F-63B74398B427}" dt="2026-08-03T17:42:51.621" v="94" actId="207"/>
          <ac:spMkLst>
            <pc:docMk/>
            <pc:sldMk cId="1154999565" sldId="269"/>
            <ac:spMk id="3" creationId="{D3815D31-58E1-A221-4DA9-E8B19973B9E8}"/>
          </ac:spMkLst>
        </pc:spChg>
        <pc:spChg chg="mod">
          <ac:chgData name="SHAHNAWAZ KHAN" userId="fece3cb602db9a65" providerId="LiveId" clId="{FAD7786F-7D48-472B-AF4F-63B74398B427}" dt="2026-08-03T17:42:54.750" v="95" actId="207"/>
          <ac:spMkLst>
            <pc:docMk/>
            <pc:sldMk cId="1154999565" sldId="269"/>
            <ac:spMk id="8" creationId="{BF489CD2-B949-1ED1-827F-77BDFA668D7F}"/>
          </ac:spMkLst>
        </pc:spChg>
      </pc:sldChg>
      <pc:sldChg chg="modSp add del mod">
        <pc:chgData name="SHAHNAWAZ KHAN" userId="fece3cb602db9a65" providerId="LiveId" clId="{FAD7786F-7D48-472B-AF4F-63B74398B427}" dt="2026-08-03T17:43:04.726" v="97" actId="207"/>
        <pc:sldMkLst>
          <pc:docMk/>
          <pc:sldMk cId="1406505851" sldId="270"/>
        </pc:sldMkLst>
        <pc:spChg chg="mod">
          <ac:chgData name="SHAHNAWAZ KHAN" userId="fece3cb602db9a65" providerId="LiveId" clId="{FAD7786F-7D48-472B-AF4F-63B74398B427}" dt="2026-08-03T17:43:02.062" v="96" actId="207"/>
          <ac:spMkLst>
            <pc:docMk/>
            <pc:sldMk cId="1406505851" sldId="270"/>
            <ac:spMk id="3" creationId="{B81DB9C7-E368-0D36-7E56-9F468BD5F195}"/>
          </ac:spMkLst>
        </pc:spChg>
        <pc:spChg chg="mod">
          <ac:chgData name="SHAHNAWAZ KHAN" userId="fece3cb602db9a65" providerId="LiveId" clId="{FAD7786F-7D48-472B-AF4F-63B74398B427}" dt="2026-08-03T17:43:04.726" v="97" actId="207"/>
          <ac:spMkLst>
            <pc:docMk/>
            <pc:sldMk cId="1406505851" sldId="270"/>
            <ac:spMk id="8" creationId="{C5602FB9-1489-912A-4AFA-911A640F0A2A}"/>
          </ac:spMkLst>
        </pc:spChg>
      </pc:sldChg>
      <pc:sldChg chg="modSp add del mod">
        <pc:chgData name="SHAHNAWAZ KHAN" userId="fece3cb602db9a65" providerId="LiveId" clId="{FAD7786F-7D48-472B-AF4F-63B74398B427}" dt="2026-08-03T17:43:10.590" v="99" actId="207"/>
        <pc:sldMkLst>
          <pc:docMk/>
          <pc:sldMk cId="3986577116" sldId="271"/>
        </pc:sldMkLst>
        <pc:spChg chg="mod">
          <ac:chgData name="SHAHNAWAZ KHAN" userId="fece3cb602db9a65" providerId="LiveId" clId="{FAD7786F-7D48-472B-AF4F-63B74398B427}" dt="2026-08-03T17:43:07.766" v="98" actId="207"/>
          <ac:spMkLst>
            <pc:docMk/>
            <pc:sldMk cId="3986577116" sldId="271"/>
            <ac:spMk id="3" creationId="{07E58CDC-2DC3-551C-8DE6-1FB2E07D8E50}"/>
          </ac:spMkLst>
        </pc:spChg>
        <pc:spChg chg="mod">
          <ac:chgData name="SHAHNAWAZ KHAN" userId="fece3cb602db9a65" providerId="LiveId" clId="{FAD7786F-7D48-472B-AF4F-63B74398B427}" dt="2026-08-03T17:43:10.590" v="99" actId="207"/>
          <ac:spMkLst>
            <pc:docMk/>
            <pc:sldMk cId="3986577116" sldId="271"/>
            <ac:spMk id="8" creationId="{8F6B0CDE-1BAA-40CF-A355-AEB24629F67F}"/>
          </ac:spMkLst>
        </pc:spChg>
      </pc:sldChg>
      <pc:sldChg chg="modSp add del mod">
        <pc:chgData name="SHAHNAWAZ KHAN" userId="fece3cb602db9a65" providerId="LiveId" clId="{FAD7786F-7D48-472B-AF4F-63B74398B427}" dt="2026-08-03T17:43:25.584" v="101" actId="207"/>
        <pc:sldMkLst>
          <pc:docMk/>
          <pc:sldMk cId="2110690576" sldId="272"/>
        </pc:sldMkLst>
        <pc:spChg chg="mod">
          <ac:chgData name="SHAHNAWAZ KHAN" userId="fece3cb602db9a65" providerId="LiveId" clId="{FAD7786F-7D48-472B-AF4F-63B74398B427}" dt="2026-08-03T17:43:23.398" v="100" actId="207"/>
          <ac:spMkLst>
            <pc:docMk/>
            <pc:sldMk cId="2110690576" sldId="272"/>
            <ac:spMk id="3" creationId="{E9C0C62B-7354-BA90-53A1-88DE30C8D122}"/>
          </ac:spMkLst>
        </pc:spChg>
        <pc:spChg chg="mod">
          <ac:chgData name="SHAHNAWAZ KHAN" userId="fece3cb602db9a65" providerId="LiveId" clId="{FAD7786F-7D48-472B-AF4F-63B74398B427}" dt="2026-08-03T17:43:25.584" v="101" actId="207"/>
          <ac:spMkLst>
            <pc:docMk/>
            <pc:sldMk cId="2110690576" sldId="272"/>
            <ac:spMk id="8" creationId="{F471F843-974E-C88B-7EB0-22EF0AA66736}"/>
          </ac:spMkLst>
        </pc:spChg>
      </pc:sldChg>
      <pc:sldChg chg="modSp add del mod">
        <pc:chgData name="SHAHNAWAZ KHAN" userId="fece3cb602db9a65" providerId="LiveId" clId="{FAD7786F-7D48-472B-AF4F-63B74398B427}" dt="2026-08-03T17:43:33.768" v="103" actId="207"/>
        <pc:sldMkLst>
          <pc:docMk/>
          <pc:sldMk cId="1440887416" sldId="273"/>
        </pc:sldMkLst>
        <pc:spChg chg="mod">
          <ac:chgData name="SHAHNAWAZ KHAN" userId="fece3cb602db9a65" providerId="LiveId" clId="{FAD7786F-7D48-472B-AF4F-63B74398B427}" dt="2026-08-03T17:43:29.879" v="102" actId="207"/>
          <ac:spMkLst>
            <pc:docMk/>
            <pc:sldMk cId="1440887416" sldId="273"/>
            <ac:spMk id="3" creationId="{4F7D9A5A-97E8-8458-8FE6-33F73386620F}"/>
          </ac:spMkLst>
        </pc:spChg>
        <pc:spChg chg="mod">
          <ac:chgData name="SHAHNAWAZ KHAN" userId="fece3cb602db9a65" providerId="LiveId" clId="{FAD7786F-7D48-472B-AF4F-63B74398B427}" dt="2026-08-03T17:43:33.768" v="103" actId="207"/>
          <ac:spMkLst>
            <pc:docMk/>
            <pc:sldMk cId="1440887416" sldId="273"/>
            <ac:spMk id="8" creationId="{5E0B7ACA-69BC-3DC5-E5F6-1833B25E159D}"/>
          </ac:spMkLst>
        </pc:spChg>
      </pc:sldChg>
      <pc:sldChg chg="modSp add del mod">
        <pc:chgData name="SHAHNAWAZ KHAN" userId="fece3cb602db9a65" providerId="LiveId" clId="{FAD7786F-7D48-472B-AF4F-63B74398B427}" dt="2026-08-03T17:43:44.920" v="105" actId="207"/>
        <pc:sldMkLst>
          <pc:docMk/>
          <pc:sldMk cId="985137666" sldId="274"/>
        </pc:sldMkLst>
        <pc:spChg chg="mod">
          <ac:chgData name="SHAHNAWAZ KHAN" userId="fece3cb602db9a65" providerId="LiveId" clId="{FAD7786F-7D48-472B-AF4F-63B74398B427}" dt="2026-08-03T17:43:42.488" v="104" actId="207"/>
          <ac:spMkLst>
            <pc:docMk/>
            <pc:sldMk cId="985137666" sldId="274"/>
            <ac:spMk id="3" creationId="{CE245F14-6D2F-878F-1BF5-6A7A7A558298}"/>
          </ac:spMkLst>
        </pc:spChg>
        <pc:spChg chg="mod">
          <ac:chgData name="SHAHNAWAZ KHAN" userId="fece3cb602db9a65" providerId="LiveId" clId="{FAD7786F-7D48-472B-AF4F-63B74398B427}" dt="2026-08-03T17:43:44.920" v="105" actId="207"/>
          <ac:spMkLst>
            <pc:docMk/>
            <pc:sldMk cId="985137666" sldId="274"/>
            <ac:spMk id="8" creationId="{32E8B7A8-49C9-40F0-6A80-0C83CBF9913A}"/>
          </ac:spMkLst>
        </pc:spChg>
      </pc:sldChg>
      <pc:sldChg chg="modSp add del mod">
        <pc:chgData name="SHAHNAWAZ KHAN" userId="fece3cb602db9a65" providerId="LiveId" clId="{FAD7786F-7D48-472B-AF4F-63B74398B427}" dt="2026-08-03T17:44:18.657" v="115" actId="207"/>
        <pc:sldMkLst>
          <pc:docMk/>
          <pc:sldMk cId="2691917522" sldId="275"/>
        </pc:sldMkLst>
        <pc:spChg chg="mod">
          <ac:chgData name="SHAHNAWAZ KHAN" userId="fece3cb602db9a65" providerId="LiveId" clId="{FAD7786F-7D48-472B-AF4F-63B74398B427}" dt="2026-08-03T17:43:48.992" v="106" actId="207"/>
          <ac:spMkLst>
            <pc:docMk/>
            <pc:sldMk cId="2691917522" sldId="275"/>
            <ac:spMk id="3" creationId="{3E1755AF-F9BF-469F-A4E6-7F59BD3D85CC}"/>
          </ac:spMkLst>
        </pc:spChg>
        <pc:spChg chg="mod">
          <ac:chgData name="SHAHNAWAZ KHAN" userId="fece3cb602db9a65" providerId="LiveId" clId="{FAD7786F-7D48-472B-AF4F-63B74398B427}" dt="2026-08-03T17:44:18.657" v="115" actId="207"/>
          <ac:spMkLst>
            <pc:docMk/>
            <pc:sldMk cId="2691917522" sldId="275"/>
            <ac:spMk id="8" creationId="{9D882E24-5ED9-60FE-BED0-C5EED06625B8}"/>
          </ac:spMkLst>
        </pc:spChg>
      </pc:sldChg>
      <pc:sldChg chg="modSp add del mod">
        <pc:chgData name="SHAHNAWAZ KHAN" userId="fece3cb602db9a65" providerId="LiveId" clId="{FAD7786F-7D48-472B-AF4F-63B74398B427}" dt="2026-08-03T17:44:13.601" v="113" actId="207"/>
        <pc:sldMkLst>
          <pc:docMk/>
          <pc:sldMk cId="1453182574" sldId="276"/>
        </pc:sldMkLst>
        <pc:spChg chg="mod">
          <ac:chgData name="SHAHNAWAZ KHAN" userId="fece3cb602db9a65" providerId="LiveId" clId="{FAD7786F-7D48-472B-AF4F-63B74398B427}" dt="2026-08-03T17:43:52.720" v="107" actId="207"/>
          <ac:spMkLst>
            <pc:docMk/>
            <pc:sldMk cId="1453182574" sldId="276"/>
            <ac:spMk id="3" creationId="{A3A60396-0EDD-6382-1C1C-B95406DB4341}"/>
          </ac:spMkLst>
        </pc:spChg>
        <pc:spChg chg="mod">
          <ac:chgData name="SHAHNAWAZ KHAN" userId="fece3cb602db9a65" providerId="LiveId" clId="{FAD7786F-7D48-472B-AF4F-63B74398B427}" dt="2026-08-03T17:44:13.601" v="113" actId="207"/>
          <ac:spMkLst>
            <pc:docMk/>
            <pc:sldMk cId="1453182574" sldId="276"/>
            <ac:spMk id="8" creationId="{B29E5014-6D6E-59DA-ABA3-D474F107B540}"/>
          </ac:spMkLst>
        </pc:spChg>
      </pc:sldChg>
      <pc:sldChg chg="modSp add del mod">
        <pc:chgData name="SHAHNAWAZ KHAN" userId="fece3cb602db9a65" providerId="LiveId" clId="{FAD7786F-7D48-472B-AF4F-63B74398B427}" dt="2026-08-03T17:44:07.528" v="112" actId="207"/>
        <pc:sldMkLst>
          <pc:docMk/>
          <pc:sldMk cId="178367970" sldId="277"/>
        </pc:sldMkLst>
        <pc:spChg chg="mod">
          <ac:chgData name="SHAHNAWAZ KHAN" userId="fece3cb602db9a65" providerId="LiveId" clId="{FAD7786F-7D48-472B-AF4F-63B74398B427}" dt="2026-08-03T17:44:05.385" v="111" actId="207"/>
          <ac:spMkLst>
            <pc:docMk/>
            <pc:sldMk cId="178367970" sldId="277"/>
            <ac:spMk id="3" creationId="{D596923C-A594-0057-94F2-4C7AAABB3649}"/>
          </ac:spMkLst>
        </pc:spChg>
        <pc:spChg chg="mod">
          <ac:chgData name="SHAHNAWAZ KHAN" userId="fece3cb602db9a65" providerId="LiveId" clId="{FAD7786F-7D48-472B-AF4F-63B74398B427}" dt="2026-08-03T17:44:07.528" v="112" actId="207"/>
          <ac:spMkLst>
            <pc:docMk/>
            <pc:sldMk cId="178367970" sldId="277"/>
            <ac:spMk id="8" creationId="{645E522E-C944-1219-80CB-DF0FB71B007D}"/>
          </ac:spMkLst>
        </pc:spChg>
      </pc:sldChg>
      <pc:sldChg chg="modSp add del mod">
        <pc:chgData name="SHAHNAWAZ KHAN" userId="fece3cb602db9a65" providerId="LiveId" clId="{FAD7786F-7D48-472B-AF4F-63B74398B427}" dt="2026-08-03T17:44:01.929" v="110" actId="207"/>
        <pc:sldMkLst>
          <pc:docMk/>
          <pc:sldMk cId="25126037" sldId="278"/>
        </pc:sldMkLst>
        <pc:spChg chg="mod">
          <ac:chgData name="SHAHNAWAZ KHAN" userId="fece3cb602db9a65" providerId="LiveId" clId="{FAD7786F-7D48-472B-AF4F-63B74398B427}" dt="2026-08-03T17:43:57.432" v="108" actId="207"/>
          <ac:spMkLst>
            <pc:docMk/>
            <pc:sldMk cId="25126037" sldId="278"/>
            <ac:spMk id="3" creationId="{8FD92154-2C86-C379-39E0-7A580B737BD6}"/>
          </ac:spMkLst>
        </pc:spChg>
        <pc:spChg chg="mod">
          <ac:chgData name="SHAHNAWAZ KHAN" userId="fece3cb602db9a65" providerId="LiveId" clId="{FAD7786F-7D48-472B-AF4F-63B74398B427}" dt="2026-08-03T17:44:01.929" v="110" actId="207"/>
          <ac:spMkLst>
            <pc:docMk/>
            <pc:sldMk cId="25126037" sldId="278"/>
            <ac:spMk id="8" creationId="{D305DCD9-0417-FDE7-EC0F-62FBB37FC9A6}"/>
          </ac:spMkLst>
        </pc:spChg>
      </pc:sldChg>
      <pc:sldChg chg="addSp delSp modSp add del mod">
        <pc:chgData name="SHAHNAWAZ KHAN" userId="fece3cb602db9a65" providerId="LiveId" clId="{FAD7786F-7D48-472B-AF4F-63B74398B427}" dt="2026-08-03T17:42:22.693" v="93" actId="207"/>
        <pc:sldMkLst>
          <pc:docMk/>
          <pc:sldMk cId="1671224125" sldId="279"/>
        </pc:sldMkLst>
        <pc:spChg chg="mod">
          <ac:chgData name="SHAHNAWAZ KHAN" userId="fece3cb602db9a65" providerId="LiveId" clId="{FAD7786F-7D48-472B-AF4F-63B74398B427}" dt="2026-08-03T17:42:19.164" v="92" actId="207"/>
          <ac:spMkLst>
            <pc:docMk/>
            <pc:sldMk cId="1671224125" sldId="279"/>
            <ac:spMk id="3" creationId="{E32841EA-BCC8-52E6-95D2-F7202772132B}"/>
          </ac:spMkLst>
        </pc:spChg>
        <pc:spChg chg="mod">
          <ac:chgData name="SHAHNAWAZ KHAN" userId="fece3cb602db9a65" providerId="LiveId" clId="{FAD7786F-7D48-472B-AF4F-63B74398B427}" dt="2026-08-03T17:42:22.693" v="93" actId="207"/>
          <ac:spMkLst>
            <pc:docMk/>
            <pc:sldMk cId="1671224125" sldId="279"/>
            <ac:spMk id="8" creationId="{0245CAA8-075E-4FCA-730D-C32C24EC611F}"/>
          </ac:spMkLst>
        </pc:spChg>
        <pc:grpChg chg="mod">
          <ac:chgData name="SHAHNAWAZ KHAN" userId="fece3cb602db9a65" providerId="LiveId" clId="{FAD7786F-7D48-472B-AF4F-63B74398B427}" dt="2026-08-03T17:39:41.249" v="76"/>
          <ac:grpSpMkLst>
            <pc:docMk/>
            <pc:sldMk cId="1671224125" sldId="279"/>
            <ac:grpSpMk id="15" creationId="{AE74B3BC-842C-BA8B-9EE2-36ABFA5D8930}"/>
          </ac:grpSpMkLst>
        </pc:grpChg>
        <pc:inkChg chg="add del mod">
          <ac:chgData name="SHAHNAWAZ KHAN" userId="fece3cb602db9a65" providerId="LiveId" clId="{FAD7786F-7D48-472B-AF4F-63B74398B427}" dt="2026-08-03T17:39:42.072" v="78" actId="9405"/>
          <ac:inkMkLst>
            <pc:docMk/>
            <pc:sldMk cId="1671224125" sldId="279"/>
            <ac:inkMk id="6" creationId="{0A20A2DD-F23B-63F2-CAA4-CD5ED265C7C3}"/>
          </ac:inkMkLst>
        </pc:inkChg>
        <pc:inkChg chg="add del mod">
          <ac:chgData name="SHAHNAWAZ KHAN" userId="fece3cb602db9a65" providerId="LiveId" clId="{FAD7786F-7D48-472B-AF4F-63B74398B427}" dt="2026-08-03T17:39:41.687" v="77" actId="9405"/>
          <ac:inkMkLst>
            <pc:docMk/>
            <pc:sldMk cId="1671224125" sldId="279"/>
            <ac:inkMk id="11" creationId="{D46EF39D-FA3F-7018-0E3E-127551A143F8}"/>
          </ac:inkMkLst>
        </pc:inkChg>
        <pc:inkChg chg="add del mod">
          <ac:chgData name="SHAHNAWAZ KHAN" userId="fece3cb602db9a65" providerId="LiveId" clId="{FAD7786F-7D48-472B-AF4F-63B74398B427}" dt="2026-08-03T17:39:41.249" v="76"/>
          <ac:inkMkLst>
            <pc:docMk/>
            <pc:sldMk cId="1671224125" sldId="279"/>
            <ac:inkMk id="13" creationId="{87C7484F-1933-1B4B-5396-EA5F2E37B6CE}"/>
          </ac:inkMkLst>
        </pc:inkChg>
        <pc:inkChg chg="add del">
          <ac:chgData name="SHAHNAWAZ KHAN" userId="fece3cb602db9a65" providerId="LiveId" clId="{FAD7786F-7D48-472B-AF4F-63B74398B427}" dt="2026-08-03T17:40:05.356" v="82" actId="9405"/>
          <ac:inkMkLst>
            <pc:docMk/>
            <pc:sldMk cId="1671224125" sldId="279"/>
            <ac:inkMk id="16" creationId="{C63C4856-B147-9555-D107-19C0097A28D1}"/>
          </ac:inkMkLst>
        </pc:inkChg>
        <pc:inkChg chg="add del">
          <ac:chgData name="SHAHNAWAZ KHAN" userId="fece3cb602db9a65" providerId="LiveId" clId="{FAD7786F-7D48-472B-AF4F-63B74398B427}" dt="2026-08-03T17:41:18.677" v="89" actId="9405"/>
          <ac:inkMkLst>
            <pc:docMk/>
            <pc:sldMk cId="1671224125" sldId="279"/>
            <ac:inkMk id="17" creationId="{7D3D124E-CB8B-6B14-647D-244965CE02E4}"/>
          </ac:inkMkLst>
        </pc:inkChg>
        <pc:inkChg chg="add del">
          <ac:chgData name="SHAHNAWAZ KHAN" userId="fece3cb602db9a65" providerId="LiveId" clId="{FAD7786F-7D48-472B-AF4F-63B74398B427}" dt="2026-08-03T17:41:17.805" v="88" actId="9405"/>
          <ac:inkMkLst>
            <pc:docMk/>
            <pc:sldMk cId="1671224125" sldId="279"/>
            <ac:inkMk id="18" creationId="{26DC6B04-D9E7-0CD0-2697-99E39F6C4C52}"/>
          </ac:inkMkLst>
        </pc:inkChg>
      </pc:sldChg>
      <pc:sldChg chg="addSp delSp modSp new mod">
        <pc:chgData name="SHAHNAWAZ KHAN" userId="fece3cb602db9a65" providerId="LiveId" clId="{FAD7786F-7D48-472B-AF4F-63B74398B427}" dt="2026-08-03T17:45:24.001" v="119" actId="553"/>
        <pc:sldMkLst>
          <pc:docMk/>
          <pc:sldMk cId="2138848528" sldId="280"/>
        </pc:sldMkLst>
        <pc:picChg chg="add mod">
          <ac:chgData name="SHAHNAWAZ KHAN" userId="fece3cb602db9a65" providerId="LiveId" clId="{FAD7786F-7D48-472B-AF4F-63B74398B427}" dt="2026-08-03T17:45:24.001" v="119" actId="553"/>
          <ac:picMkLst>
            <pc:docMk/>
            <pc:sldMk cId="2138848528" sldId="280"/>
            <ac:picMk id="5" creationId="{C36A78A6-6B86-7E29-9333-C1B5AB7C405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CB7B18-72F0-428F-B442-7BECEB7C7ADA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B0BAC9-9816-40BA-9949-74848524A3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2935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8BD0E84-9370-3556-987F-672970583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8323" y="-105697"/>
            <a:ext cx="12388646" cy="7069393"/>
          </a:xfrm>
          <a:prstGeom prst="rect">
            <a:avLst/>
          </a:prstGeom>
          <a:solidFill>
            <a:srgbClr val="E23845"/>
          </a:solidFill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C741E96-C71B-0698-27F5-E4B3A96E05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099" t="15125" r="35884" b="64535"/>
          <a:stretch>
            <a:fillRect/>
          </a:stretch>
        </p:blipFill>
        <p:spPr>
          <a:xfrm>
            <a:off x="8337602" y="5540479"/>
            <a:ext cx="3903407" cy="13175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5DAE2-70A1-D1BB-A7D5-D9897990E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65594B7-3F4F-813F-9C46-819DBEAB834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2841EA-BCC8-52E6-95D2-F7202772132B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8891C5-B772-6865-F62A-6A25FA41D137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35BDDB-E268-FD3F-FF7D-AD6E694CDC38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45CAA8-075E-4FCA-730D-C32C24EC611F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3F2EF1-A5CD-CB96-8E43-D6104119889B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7ECE8A-6D87-0FBE-DD35-0229E44E4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1" y="449714"/>
            <a:ext cx="8668022" cy="488487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1F53D49-261B-FDC5-F1B5-758B04CB9144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0CCBD4-952C-9ECC-21D4-F1F3176BA1CC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938AF8-4173-4051-3D5E-12B092E6E9F4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71224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2EE2D-B537-BFF0-7130-5E21C008B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A14AA2-FD91-8C91-DCB3-53F44A474C4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15D31-58E1-A221-4DA9-E8B19973B9E8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8404BA-58A0-C4AB-610F-9C8869F59757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CC4D8-FCC0-62FE-708B-BFBB9A200286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489CD2-B949-1ED1-827F-77BDFA668D7F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002D3-B884-AD18-DA82-AF9257E2BB84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EC9862-C76D-B533-BAF6-B8772A093C09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5FD343-4DA0-86A5-05A4-A56CD18121DA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C9141C-29DB-88C2-FF89-7DE6E75CAFF2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84605B-ED8C-B949-B526-EB07AE19A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49715"/>
            <a:ext cx="7987726" cy="566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999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D21E4-69EA-2B01-51FA-1C74EE64A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02CC5F-EC51-D92E-B2ED-38317095080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1DB9C7-E368-0D36-7E56-9F468BD5F195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B78BCF-A960-84D3-3FC5-C762A116F347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5669D-FB30-BC5F-8A60-C60EAEC85278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02FB9-1489-912A-4AFA-911A640F0A2A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5656AA-538D-10FB-05AB-DB49784DDF95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159B1E-03BB-2AD3-506C-3B6A119D2FD8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E30BB1-5510-A54F-2132-47794D5D431C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020B17-6558-3613-2D7B-BCEC009456CB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9E83D6-8DEA-14D5-01C5-1076D519C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49715"/>
            <a:ext cx="8381017" cy="5007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505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3AA5D-F821-C0CA-E7D4-D869199C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E82A4E-E493-067F-0930-7BAEF2C0486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E58CDC-2DC3-551C-8DE6-1FB2E07D8E50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736F0-EBCB-2F64-8678-964E1D1E0494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24ECD0-BAC7-2957-8DF4-881B119AF1BC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6B0CDE-1BAA-40CF-A355-AEB24629F67F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2E5B3D-B630-A661-9C4A-A59818B65B8F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415644-7CA0-2205-BB7D-785D1733887A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43592A-3409-842D-1F57-5D1801C88818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D5CD6C-5004-3D1B-017E-DA5E0E7D5F62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277E88-AB9F-D24B-C4D0-16AD47E45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39882"/>
            <a:ext cx="7657986" cy="4977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77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58F72-061B-EDBF-DEA7-E8F63A295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2648719-3181-1267-AFE1-985371E6F2F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C0C62B-7354-BA90-53A1-88DE30C8D122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76FA07-750F-D479-D76B-0156F6C16940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25AD75-1A62-D27A-652F-E6502762300E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71F843-974E-C88B-7EB0-22EF0AA66736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0C5265-1B2C-1A05-735B-D655D4D508F6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B575C-9638-9D48-B495-D0F0A6730E40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4B94D7-B90C-66D2-F883-E2EF103A0407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0DA43E-2ADD-55D1-6CA2-D71EA55655B5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7A0829-2AE2-0033-89C6-DD0AF06C0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49715"/>
            <a:ext cx="9157987" cy="4954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690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A46A7-B336-58F9-6851-6150C1D0B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C822AC-2854-58E3-5BAD-7573A944B73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7D9A5A-97E8-8458-8FE6-33F73386620F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8FF449-ADE8-BEB6-482F-EB06F817F11B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70525F-A952-433D-3852-41A200567855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0B7ACA-69BC-3DC5-E5F6-1833B25E159D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932D2B-509A-3B39-F9A4-D7F9B6563EE6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31A465-8E8E-4EB9-9AF8-85DFB8CCFB80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10115-094A-D5A2-5650-E014F483F2B6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E1255D-C550-8099-9993-35769980743E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87956F-39FB-3558-84E4-A3B0DCC3C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13139"/>
            <a:ext cx="8838845" cy="512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887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AEBB5-5254-A1C2-220F-7F237D8E2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6A0A0F-9E3E-88E3-C70D-1ACC29A022C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245F14-6D2F-878F-1BF5-6A7A7A558298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C71F86-C6D1-EEBE-8728-D4E9C6B2DE56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2E7F7-673F-ECA7-C755-210714FCEA18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8B7A8-49C9-40F0-6A80-0C83CBF9913A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073AE2-FC38-BD11-8292-D25759B5563E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3B86BE-23B1-468F-FE2C-91D9E2980828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83577C-A200-F67E-6E82-8B6FC16CB65E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E76077-5827-CB62-7808-2E9DA6AD5641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8E82E9-6C4E-0FF6-17F6-2A2890372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1" y="439882"/>
            <a:ext cx="9056376" cy="484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137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64DDE-5CB3-F16D-5139-ED8AD95BD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3075CB-CC84-11AF-EEDB-2D86A6809F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1755AF-F9BF-469F-A4E6-7F59BD3D85CC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9A3E9-E258-D9CA-D826-8D325EF46BE8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D001FF-4DDD-196F-419B-92312F6D944E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882E24-5ED9-60FE-BED0-C5EED06625B8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4091DF-002D-969D-A551-79221FB39297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0278F0-9396-B563-4677-38AA4B3591F6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B9ADEA-5E12-6488-5196-D9F1F645D346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C57C17-B80C-5D37-4BC8-068FBF2E871C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2801B7-0E61-6532-B8AB-979B51313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79" y="449715"/>
            <a:ext cx="9265921" cy="482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917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40252-8AFA-65C1-2ED3-9F595DCAF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662E9C-E950-D767-E20C-5FA67990422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A60396-0EDD-6382-1C1C-B95406DB4341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7D2DB7-8D30-26E6-CA09-DEC1541580CF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6F149-11E3-9007-BAEC-5BCC1BEC0DA4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9E5014-6D6E-59DA-ABA3-D474F107B540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0A0A0C-2EED-EE6A-8DCC-9AB1AE5C3DE0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01FBB9-0AA7-3EF3-409A-65D947FE2C65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3EA953-43BC-7C7F-B56C-664DCC0BAF8E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DC9795-FAEF-6E65-71AE-B4D7180FB609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82D3C1-4FFE-E341-01F6-B2DE84EC1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39882"/>
            <a:ext cx="9265615" cy="434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182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3AB51-21E6-72F8-39DF-5FCEF01B5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A03F53-54DB-C9B7-5A2E-6DD35FC58A8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96923C-A594-0057-94F2-4C7AAABB3649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9FDED-EA0D-DC7F-3759-A6C3EDDD4801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AF015-8647-82DA-0305-A3078AD35856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5E522E-C944-1219-80CB-DF0FB71B007D}"/>
              </a:ext>
            </a:extLst>
          </p:cNvPr>
          <p:cNvSpPr/>
          <p:nvPr/>
        </p:nvSpPr>
        <p:spPr>
          <a:xfrm>
            <a:off x="2926080" y="366731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5A1791-AAB7-30AC-54D5-29F83F62405F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14B24E-C5F4-C5BE-F729-2FC273FECFF3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B19496-8589-AE6F-E9FE-21DC03DA41A3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E33B08D-CFC2-00C4-85B5-59266326E4CC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5D378B-FE57-3114-862B-968F726D6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79" y="449714"/>
            <a:ext cx="9079107" cy="522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67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6EC4A-3AAA-B62C-0B17-C17C8ADD4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B67738-FE5B-B68D-B20D-CDB4E039ECC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D92154-2C86-C379-39E0-7A580B737BD6}"/>
              </a:ext>
            </a:extLst>
          </p:cNvPr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1B379-2F13-D1FD-4E8A-28173F15060A}"/>
              </a:ext>
            </a:extLst>
          </p:cNvPr>
          <p:cNvSpPr txBox="1"/>
          <p:nvPr/>
        </p:nvSpPr>
        <p:spPr>
          <a:xfrm>
            <a:off x="543574" y="69551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"/>
              </a:rPr>
              <a:t>ZOMATO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30EBD7-680D-94DC-CFEF-44F1D503552F}"/>
              </a:ext>
            </a:extLst>
          </p:cNvPr>
          <p:cNvSpPr txBox="1"/>
          <p:nvPr/>
        </p:nvSpPr>
        <p:spPr>
          <a:xfrm>
            <a:off x="506116" y="870646"/>
            <a:ext cx="2292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Restaurant &amp; Order &amp; Customer</a:t>
            </a:r>
          </a:p>
          <a:p>
            <a:r>
              <a:rPr lang="en-IN" b="1" dirty="0">
                <a:solidFill>
                  <a:schemeClr val="bg1"/>
                </a:solidFill>
                <a:latin typeface="Aptos"/>
              </a:rPr>
              <a:t> Data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05DCD9-0417-FDE7-EC0F-62FBB37FC9A6}"/>
              </a:ext>
            </a:extLst>
          </p:cNvPr>
          <p:cNvSpPr/>
          <p:nvPr/>
        </p:nvSpPr>
        <p:spPr>
          <a:xfrm>
            <a:off x="2926080" y="335986"/>
            <a:ext cx="9265920" cy="73152"/>
          </a:xfrm>
          <a:prstGeom prst="rect">
            <a:avLst/>
          </a:prstGeom>
          <a:solidFill>
            <a:srgbClr val="E23845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9598DC-5DFC-948B-1E7E-01B3960DCF49}"/>
              </a:ext>
            </a:extLst>
          </p:cNvPr>
          <p:cNvSpPr txBox="1"/>
          <p:nvPr/>
        </p:nvSpPr>
        <p:spPr>
          <a:xfrm>
            <a:off x="3018503" y="-9832"/>
            <a:ext cx="9173497" cy="33855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Aptos"/>
              </a:rPr>
              <a:t>Data Cleaning | EDA | SQL Insights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E10A27-0450-7597-152C-F3D002D5E308}"/>
              </a:ext>
            </a:extLst>
          </p:cNvPr>
          <p:cNvSpPr/>
          <p:nvPr/>
        </p:nvSpPr>
        <p:spPr>
          <a:xfrm>
            <a:off x="88490" y="68700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C34F51-5C24-6E31-B9A2-C8AF9D9AD76D}"/>
              </a:ext>
            </a:extLst>
          </p:cNvPr>
          <p:cNvSpPr txBox="1"/>
          <p:nvPr/>
        </p:nvSpPr>
        <p:spPr>
          <a:xfrm>
            <a:off x="249646" y="1968370"/>
            <a:ext cx="2616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"/>
              </a:rPr>
              <a:t>SQL Analysis Quary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9C6BAA-FFFE-4B65-8229-C966CD88E253}"/>
              </a:ext>
            </a:extLst>
          </p:cNvPr>
          <p:cNvSpPr/>
          <p:nvPr/>
        </p:nvSpPr>
        <p:spPr>
          <a:xfrm>
            <a:off x="108031" y="1885265"/>
            <a:ext cx="2710018" cy="45719"/>
          </a:xfrm>
          <a:prstGeom prst="rect">
            <a:avLst/>
          </a:prstGeom>
          <a:solidFill>
            <a:schemeClr val="bg1"/>
          </a:solidFill>
          <a:ln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6218B2-A059-D801-93EC-043459785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79" y="449714"/>
            <a:ext cx="8636655" cy="4790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60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6A78A6-6B86-7E29-9333-C1B5AB7C4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E23845"/>
          </a:solidFill>
        </p:spPr>
      </p:pic>
    </p:spTree>
    <p:extLst>
      <p:ext uri="{BB962C8B-B14F-4D97-AF65-F5344CB8AC3E}">
        <p14:creationId xmlns:p14="http://schemas.microsoft.com/office/powerpoint/2010/main" val="2138848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209</Words>
  <Application>Microsoft Office PowerPoint</Application>
  <PresentationFormat>Widescreen</PresentationFormat>
  <Paragraphs>55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SHAHNAWAZ KHAN</cp:lastModifiedBy>
  <cp:revision>19</cp:revision>
  <dcterms:created xsi:type="dcterms:W3CDTF">2013-01-27T09:14:16Z</dcterms:created>
  <dcterms:modified xsi:type="dcterms:W3CDTF">2026-08-03T17:45:29Z</dcterms:modified>
  <cp:category/>
</cp:coreProperties>
</file>